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Análise de Viabilidade da Infraestrutura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Projeto Web Sapiens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Objetivo: avaliar opções para hospedagem do front-end, back-end e banco de dados.</a:t>
            </a:r>
          </a:p>
          <a:p>
            <a:pPr>
              <a:spcAft>
                <a:spcPts val="1000"/>
              </a:spcAft>
              <a:defRPr sz="2200"/>
            </a:pPr>
            <a:r>
              <a:t>Critérios: preço, limites, recursos, facilidade de implantação, escalabilidade e manutenção.</a:t>
            </a:r>
          </a:p>
          <a:p>
            <a:pPr>
              <a:spcAft>
                <a:spcPts val="1000"/>
              </a:spcAft>
              <a:defRPr sz="2200"/>
            </a:pPr>
            <a:r>
              <a:t>Data da pesquisa: 18 de agosto de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Front-end — Comparação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Vercel — Free: US$ 0/mês | CDN global, CI/CD, HTTPS, Git e proteção contra DDoS.</a:t>
            </a:r>
          </a:p>
          <a:p>
            <a:pPr>
              <a:spcAft>
                <a:spcPts val="1000"/>
              </a:spcAft>
              <a:defRPr sz="1900"/>
            </a:pPr>
            <a:r>
              <a:t>Netlify — Free: US$ 0/mês | 300 créditos/mês, deploy via Git/API, previews, SSL e CDN.</a:t>
            </a:r>
          </a:p>
          <a:p>
            <a:pPr>
              <a:spcAft>
                <a:spcPts val="1000"/>
              </a:spcAft>
              <a:defRPr sz="1900"/>
            </a:pPr>
            <a:r>
              <a:t>Render — Static Site: US$ 0/mês | GitHub, HTTPS e deploy automático.</a:t>
            </a:r>
          </a:p>
          <a:p>
            <a:pPr>
              <a:spcAft>
                <a:spcPts val="1000"/>
              </a:spcAft>
              <a:defRPr sz="1900"/>
            </a:pPr>
            <a:r>
              <a:t>Escolha: Vercel, pela forte especialização em aplicações web e facilidade de integração.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Back-end — Comparação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Railway — Free: US$ 0; Hobby: US$ 5/mês, com US$ 5 em utilização.</a:t>
            </a:r>
          </a:p>
          <a:p>
            <a:pPr>
              <a:spcAft>
                <a:spcPts val="1000"/>
              </a:spcAft>
              <a:defRPr sz="1900"/>
            </a:pPr>
            <a:r>
              <a:t>Render — Free / Starter a partir de US$ 7/mês; Free pode suspender após 15 min de inatividade.</a:t>
            </a:r>
          </a:p>
          <a:p>
            <a:pPr>
              <a:spcAft>
                <a:spcPts val="1000"/>
              </a:spcAft>
              <a:defRPr sz="1900"/>
            </a:pPr>
            <a:r>
              <a:t>Fly.io — Pay-as-you-go; VMs pequenas e cobrança conforme uso.</a:t>
            </a:r>
          </a:p>
          <a:p>
            <a:pPr>
              <a:spcAft>
                <a:spcPts val="1000"/>
              </a:spcAft>
              <a:defRPr sz="1900"/>
            </a:pPr>
            <a:r>
              <a:t>Escolha: Railway, pelo equilíbrio entre simplicidade, GitHub, recursos e custo.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Banco de Dados — Comparação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/>
            </a:pPr>
            <a:r>
              <a:t>Supabase — Free: US$ 0; Pro: US$ 25/mês. PostgreSQL + Auth + API + Storage + Realtime.</a:t>
            </a:r>
          </a:p>
          <a:p>
            <a:pPr>
              <a:spcAft>
                <a:spcPts val="1000"/>
              </a:spcAft>
              <a:defRPr sz="1850"/>
            </a:pPr>
            <a:r>
              <a:t>Neon — Free: US$ 0; até 100 projetos, 100 CU-hours/mês por projeto e 0,5 GB/projeto.</a:t>
            </a:r>
          </a:p>
          <a:p>
            <a:pPr>
              <a:spcAft>
                <a:spcPts val="1000"/>
              </a:spcAft>
              <a:defRPr sz="1850"/>
            </a:pPr>
            <a:r>
              <a:t>Render PostgreSQL — PostgreSQL gerenciado com backups, read replicas e connection pooling.</a:t>
            </a:r>
          </a:p>
          <a:p>
            <a:pPr>
              <a:spcAft>
                <a:spcPts val="1000"/>
              </a:spcAft>
              <a:defRPr sz="1850"/>
            </a:pPr>
            <a:r>
              <a:t>Escolha: Supabase, por oferecer PostgreSQL e recursos integrados úteis ao sistema.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Arquitetura Recomendada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/>
            </a:pPr>
            <a:r>
              <a:t>FRONT-END → Vercel</a:t>
            </a:r>
          </a:p>
          <a:p>
            <a:pPr>
              <a:spcAft>
                <a:spcPts val="1000"/>
              </a:spcAft>
              <a:defRPr sz="2300"/>
            </a:pPr>
            <a:r>
              <a:t>BACK-END / API → Railway</a:t>
            </a:r>
          </a:p>
          <a:p>
            <a:pPr>
              <a:spcAft>
                <a:spcPts val="1000"/>
              </a:spcAft>
              <a:defRPr sz="2300"/>
            </a:pPr>
            <a:r>
              <a:t>BANCO DE DADOS → Supabase PostgreSQL</a:t>
            </a:r>
          </a:p>
          <a:p>
            <a:pPr>
              <a:spcAft>
                <a:spcPts val="1000"/>
              </a:spcAft>
              <a:defRPr sz="2300"/>
            </a:pPr>
          </a:p>
          <a:p>
            <a:pPr>
              <a:spcAft>
                <a:spcPts val="1000"/>
              </a:spcAft>
              <a:defRPr sz="2300"/>
            </a:pPr>
            <a:r>
              <a:t>A separação permite escalar e manter cada componente de forma independente.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Vercel Hobby: US$ 0/mês</a:t>
            </a:r>
          </a:p>
          <a:p>
            <a:pPr>
              <a:spcAft>
                <a:spcPts val="1000"/>
              </a:spcAft>
              <a:defRPr sz="2100"/>
            </a:pPr>
            <a:r>
              <a:t>Railway Free: US$ 0/mês</a:t>
            </a:r>
          </a:p>
          <a:p>
            <a:pPr>
              <a:spcAft>
                <a:spcPts val="1000"/>
              </a:spcAft>
              <a:defRPr sz="2100"/>
            </a:pPr>
            <a:r>
              <a:t>Supabase Free: US$ 0/mês</a:t>
            </a:r>
          </a:p>
          <a:p>
            <a:pPr>
              <a:spcAft>
                <a:spcPts val="1000"/>
              </a:spcAft>
              <a:defRPr sz="2100"/>
            </a:pPr>
            <a:r>
              <a:t>TOTAL INICIAL: US$ 0/mês</a:t>
            </a:r>
          </a:p>
          <a:p>
            <a:pPr>
              <a:spcAft>
                <a:spcPts val="1000"/>
              </a:spcAft>
              <a:defRPr sz="2100"/>
            </a:pPr>
          </a:p>
          <a:p>
            <a:pPr>
              <a:spcAft>
                <a:spcPts val="1000"/>
              </a:spcAft>
              <a:defRPr sz="2100"/>
            </a:pPr>
            <a:r>
              <a:t>A solução pode ser utilizada sem custo mensal para desenvolvimento e apresentação, dentro dos limites dos planos gratuitos.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Justificativa da Escolha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Baixo custo inicial.</a:t>
            </a:r>
          </a:p>
          <a:p>
            <a:pPr>
              <a:spcAft>
                <a:spcPts val="1000"/>
              </a:spcAft>
              <a:defRPr sz="2100"/>
            </a:pPr>
            <a:r>
              <a:t>Integração com GitHub e deploy simplificado.</a:t>
            </a:r>
          </a:p>
          <a:p>
            <a:pPr>
              <a:spcAft>
                <a:spcPts val="1000"/>
              </a:spcAft>
              <a:defRPr sz="2100"/>
            </a:pPr>
            <a:r>
              <a:t>Recursos suficientes para o porte acadêmico do Web Sapiens.</a:t>
            </a:r>
          </a:p>
          <a:p>
            <a:pPr>
              <a:spcAft>
                <a:spcPts val="1000"/>
              </a:spcAft>
              <a:defRPr sz="2100"/>
            </a:pPr>
            <a:r>
              <a:t>Possibilidade de migração para planos pagos conforme a demanda.</a:t>
            </a:r>
          </a:p>
          <a:p>
            <a:pPr>
              <a:spcAft>
                <a:spcPts val="1000"/>
              </a:spcAft>
              <a:defRPr sz="2100"/>
            </a:pPr>
            <a:r>
              <a:t>Cada componente pode evoluir de forma independente.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 arquitetura Vercel + Railway + Supabase apresenta boa relação entre custo, recursos e facilidade de implantação.</a:t>
            </a:r>
          </a:p>
          <a:p>
            <a:pPr>
              <a:spcAft>
                <a:spcPts val="1000"/>
              </a:spcAft>
              <a:defRPr sz="2100"/>
            </a:pPr>
            <a:r>
              <a:t>Os planos gratuitos são suficientes para iniciar o desenvolvimento e realizar demonstrações.</a:t>
            </a:r>
          </a:p>
          <a:p>
            <a:pPr>
              <a:spcAft>
                <a:spcPts val="1000"/>
              </a:spcAft>
              <a:defRPr sz="2100"/>
            </a:pPr>
            <a:r>
              <a:t>A solução é tecnicamente viável e economicamente adequada ao porte atual do projeto.</a:t>
            </a:r>
          </a:p>
          <a:p>
            <a:pPr>
              <a:spcAft>
                <a:spcPts val="1000"/>
              </a:spcAft>
              <a:defRPr sz="2100"/>
            </a:pPr>
            <a:r>
              <a:t>A arquitetura permite crescimento futuro sem substituir completamente a infraestrutura.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Fontes Oficiais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Vercel — vercel.com/pricing</a:t>
            </a:r>
          </a:p>
          <a:p>
            <a:pPr>
              <a:spcAft>
                <a:spcPts val="1000"/>
              </a:spcAft>
              <a:defRPr sz="1800"/>
            </a:pPr>
            <a:r>
              <a:t>Netlify — netlify.com/pricing</a:t>
            </a:r>
          </a:p>
          <a:p>
            <a:pPr>
              <a:spcAft>
                <a:spcPts val="1000"/>
              </a:spcAft>
              <a:defRPr sz="1800"/>
            </a:pPr>
            <a:r>
              <a:t>Render — render.com/pricing</a:t>
            </a:r>
          </a:p>
          <a:p>
            <a:pPr>
              <a:spcAft>
                <a:spcPts val="1000"/>
              </a:spcAft>
              <a:defRPr sz="1800"/>
            </a:pPr>
            <a:r>
              <a:t>Railway — railway.com/pricing</a:t>
            </a:r>
          </a:p>
          <a:p>
            <a:pPr>
              <a:spcAft>
                <a:spcPts val="1000"/>
              </a:spcAft>
              <a:defRPr sz="1800"/>
            </a:pPr>
            <a:r>
              <a:t>Fly.io — fly.io/pricing</a:t>
            </a:r>
          </a:p>
          <a:p>
            <a:pPr>
              <a:spcAft>
                <a:spcPts val="1000"/>
              </a:spcAft>
              <a:defRPr sz="1800"/>
            </a:pPr>
            <a:r>
              <a:t>Supabase — supabase.com/pricing</a:t>
            </a:r>
          </a:p>
          <a:p>
            <a:pPr>
              <a:spcAft>
                <a:spcPts val="1000"/>
              </a:spcAft>
              <a:defRPr sz="1800"/>
            </a:pPr>
            <a:r>
              <a:t>Neon — neon.com/pricing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